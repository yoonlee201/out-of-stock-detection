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Intelligent Shelf Auditing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AAFC8"/>
                </a:solidFill>
              </a:rPr>
              <a:t>Automated Out-of-Stock Detection for MCCS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49424"/>
            <a:ext cx="530352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957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CS Capstone  ·  Team 12  ·  Spring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9806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0B8CC"/>
                </a:solidFill>
              </a:rPr>
              <a:t>Stuti Shah   ·   Yoonje Lee   ·   Gustave Miller   ·   Albert Wang   ·   Kushal Chhetri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A8A"/>
                </a:solidFill>
              </a:rPr>
              <a:t>Advisor: Dr. Mengistu  ·  Industry: Andre Vieira, MCCS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32D3B"/>
          </a:solidFill>
          <a:ln w="12700">
            <a:solidFill>
              <a:srgbClr val="232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080"/>
                </a:solidFill>
              </a:rPr>
              <a:t>Virginia Tech  ·  Marine Corps Community Services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Context &amp; Background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~1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The Problem with Manual Shelf Audits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202C"/>
                </a:solidFill>
              </a:rPr>
              <a:t>MCCS (Marine Corps Community Services) operates retail stores on military bases. Keeping shelves stocked is critical — out-of-stock items directly impact service members and their families.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202C"/>
                </a:solidFill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02C"/>
                </a:solidFill>
              </a:rPr>
              <a:t>Current shelf auditing is: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</a:rPr>
              <a:t>Done manually on fixed schedules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</a:rPr>
              <a:t>Hard to scale across multiple store sections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</a:rPr>
              <a:t>Reactive — problems found after sales are already lost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</a:rPr>
              <a:t>Unable to detect misplaced products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202C"/>
                </a:solidFill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202C"/>
                </a:solidFill>
              </a:rPr>
              <a:t>Image-based shelf auditing is a faster, more scalable alternative — if the system can identify products at the individual SKU level, not just by category.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57800" y="804672"/>
            <a:ext cx="3566160" cy="2103120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257800" y="16550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Shelf image showing gap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out-of-stock example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3090672"/>
            <a:ext cx="3566160" cy="1783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13248" y="3182112"/>
            <a:ext cx="3255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5"/>
                </a:solidFill>
              </a:rPr>
              <a:t>Target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3511296"/>
            <a:ext cx="32552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Store Managers &amp; Supervisors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Inventory Associates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MCCS Operations Staff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Goals &amp; Our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~1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2743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01  DETECT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170432"/>
            <a:ext cx="24871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Identify all products on a shelf image at the individual SKU level using computer vision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743200" cy="2743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02  ANALYZE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82696" y="1170432"/>
            <a:ext cx="24871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Detect empty shelf gaps and compare detections against the expected planogram layout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2743200" cy="2743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03 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63056" y="1170432"/>
            <a:ext cx="24871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Surface missing and misplaced items in a real-time dashboard with alerts and reorder prompts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4320" y="28163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How It Works — The Big Picture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1572768" cy="6583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73552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Upload shelf photo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47088" y="3557016"/>
            <a:ext cx="164592" cy="91440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3273552"/>
            <a:ext cx="1572768" cy="6583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0" y="3273552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YOLO detects products + gaps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84448" y="3557016"/>
            <a:ext cx="164592" cy="91440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3273552"/>
            <a:ext cx="1572768" cy="6583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3273552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Qwen2-VL identifies SKUs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21808" y="3557016"/>
            <a:ext cx="164592" cy="91440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273552"/>
            <a:ext cx="1572768" cy="6583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0" y="3273552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Compare vs planogram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59168" y="3557016"/>
            <a:ext cx="164592" cy="91440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3273552"/>
            <a:ext cx="1572768" cy="6583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23760" y="3273552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 shows results + alerts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8595360" cy="822960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74320" y="430682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System architecture diagram (Figure 1 / Figure 2 from poster)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We Built It — Technical Choices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~1.5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788920" cy="25603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046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12471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7FA5"/>
                </a:solidFill>
              </a:rPr>
              <a:t>React + TypeScript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4048" y="1536192"/>
            <a:ext cx="25328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Role-based SPA — Dashboard, Inventory, Scan history, Alerts, Manager page. Tailwind CSS + Vite.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3824" y="80467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804672"/>
            <a:ext cx="278892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8046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BACKEND 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112471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3748"/>
                </a:solidFill>
              </a:rPr>
              <a:t>Flask + Python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1536192"/>
            <a:ext cx="25328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RESTful API. Flask-SQLAlchemy, Bcrypt auth, Flask-Migrate (Alembic), CORS, Gunicorn.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80467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804672"/>
            <a:ext cx="2788920" cy="25603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8046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OBJECT DETECTION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99632" y="112471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6749"/>
                </a:solidFill>
              </a:rPr>
              <a:t>YOLO v11n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99632" y="1536192"/>
            <a:ext cx="25328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Trained on SKU-110K (50 epochs, 640px, batch 16). Detects product bounding boxes and empty gaps.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871216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71216"/>
            <a:ext cx="2788920" cy="25603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712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SKU IDENTIFICATION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1912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610A"/>
                </a:solidFill>
              </a:rPr>
              <a:t>Qwen2-VL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4048" y="3602736"/>
            <a:ext cx="25328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Vision-language model. Cropped product images + OCR text → brand, name, variant, size, confidence.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63824" y="2871216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63824" y="2871216"/>
            <a:ext cx="2788920" cy="256032"/>
          </a:xfrm>
          <a:prstGeom prst="rect">
            <a:avLst/>
          </a:prstGeom>
          <a:solidFill>
            <a:srgbClr val="8C4A4A"/>
          </a:solidFill>
          <a:ln w="12700">
            <a:solidFill>
              <a:srgbClr val="8C4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28712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DATABASE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0" y="31912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4A4A"/>
                </a:solidFill>
              </a:rPr>
              <a:t>PostgreSQL 16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91840" y="3602736"/>
            <a:ext cx="25328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9 tables: Users, Products, ProductLocations, Suppliers, Alerts, Reorders, InventoryLogs, and more.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71616" y="2871216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2871216"/>
            <a:ext cx="2788920" cy="25603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8712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INFRASTRUCTURE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9632" y="31912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18096"/>
                </a:solidFill>
              </a:rPr>
              <a:t>Docker + Compose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199632" y="3602736"/>
            <a:ext cx="25328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3-container dev stack (frontend, backend, db). GPU inference branch for AWS EC2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Detection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~1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411480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</a:rPr>
              <a:t>1.  Image Preprocessing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Uploaded shelf image resized and normalized for YOLO input (640×640px).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</a:rPr>
              <a:t>2.  YOLO Detection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Detects all product bounding boxes and estimates empty shelf gaps between/across rows.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</a:rPr>
              <a:t>3.  Crop + OCR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Each bounding box is cropped. OCR extracts visible text (brand name, size, etc.).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</a:rPr>
              <a:t>4.  Qwen2-VL SKU 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Vision-language model combines the crop image with OCR text to identify brand, product, variant, size. Unknown when confidence is low.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</a:rPr>
              <a:t>5.  Planogram Matching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</a:rPr>
              <a:t>Each detection mapped to a slot (R1-P3, etc.). Correct → On Shelf. Wrong product → Misplaced. Gap → Missing.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663440" y="156362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YOLO detection 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(Figure 4 from poster — bounding boxes)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907792"/>
            <a:ext cx="4206240" cy="2066544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63440" y="373989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Annotated shelf result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(Figure 5 — orange misplaced, red missing)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32D3B"/>
          </a:solidFill>
          <a:ln w="12700">
            <a:solidFill>
              <a:srgbClr val="232D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A7FA5"/>
                </a:solidFill>
              </a:rPr>
              <a:t>LIVE DEMONSTRATION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303520" cy="3246120"/>
          </a:xfrm>
          <a:prstGeom prst="rect">
            <a:avLst/>
          </a:prstGeom>
          <a:solidFill>
            <a:srgbClr val="2D3748"/>
          </a:solidFill>
          <a:ln w="12700">
            <a:solidFill>
              <a:srgbClr val="4A7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88336" y="1714500"/>
            <a:ext cx="658368" cy="65836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88336" y="17145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4734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FC8"/>
                </a:solidFill>
              </a:rPr>
              <a:t>Demo Video: Full shelf scan walkthrough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FC8"/>
                </a:solidFill>
              </a:rPr>
              <a:t>(upload → detection → results)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70448" y="594360"/>
            <a:ext cx="3017520" cy="1536192"/>
          </a:xfrm>
          <a:prstGeom prst="rect">
            <a:avLst/>
          </a:prstGeom>
          <a:solidFill>
            <a:srgbClr val="2D3748"/>
          </a:solidFill>
          <a:ln w="12700">
            <a:solidFill>
              <a:srgbClr val="4A7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50024" y="859536"/>
            <a:ext cx="658368" cy="65836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0024" y="859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70448" y="16184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FC8"/>
                </a:solidFill>
              </a:rPr>
              <a:t>Demo: Dashboard 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70448" y="2304288"/>
            <a:ext cx="3017520" cy="1536192"/>
          </a:xfrm>
          <a:prstGeom prst="rect">
            <a:avLst/>
          </a:prstGeom>
          <a:solidFill>
            <a:srgbClr val="2D3748"/>
          </a:solidFill>
          <a:ln w="12700">
            <a:solidFill>
              <a:srgbClr val="4A7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50024" y="2569464"/>
            <a:ext cx="658368" cy="65836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0024" y="2569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70448" y="33284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FC8"/>
                </a:solidFill>
              </a:rPr>
              <a:t>Demo: Inventory &amp; alerts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8522208" cy="1024128"/>
          </a:xfrm>
          <a:prstGeom prst="rect">
            <a:avLst/>
          </a:prstGeom>
          <a:solidFill>
            <a:srgbClr val="232D3B"/>
          </a:solidFill>
          <a:ln w="12700">
            <a:solidFill>
              <a:srgbClr val="384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05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A5"/>
                </a:solidFill>
              </a:rPr>
              <a:t>What to cover in the demo: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2793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8AAFC8"/>
                </a:solidFill>
              </a:rPr>
              <a:t>Upload a shelf image via the Dashboard + watch scan progress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8AAFC8"/>
                </a:solidFill>
              </a:rPr>
              <a:t>View annotated result — orange (misplaced), red (missing) markers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8AAFC8"/>
                </a:solidFill>
              </a:rPr>
              <a:t>Navigate to Inventory — see live stock levels + shelf status per product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~1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182880" cy="877824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822960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8961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5"/>
                </a:solidFill>
              </a:rPr>
              <a:t>Shelf Scan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1887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Drag-and-drop image upload. Progress tracking for active scan jobs. Full scan history with compliance scores.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847088"/>
            <a:ext cx="182880" cy="87782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847088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192024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748"/>
                </a:solidFill>
              </a:rPr>
              <a:t>Inventory Management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221284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Live product stock levels vs. planogram baseline. Filter by In Stock / Low Stock / Out of Stock. Per-slot shelf status.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2871216"/>
            <a:ext cx="182880" cy="877824"/>
          </a:xfrm>
          <a:prstGeom prst="rect">
            <a:avLst/>
          </a:prstGeom>
          <a:solidFill>
            <a:srgbClr val="8C4A4A"/>
          </a:solidFill>
          <a:ln w="12700">
            <a:solidFill>
              <a:srgbClr val="8C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871216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2944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4A4A"/>
                </a:solidFill>
              </a:rPr>
              <a:t>Alerts &amp; Notifications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3236976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Restock alerts (quantity thresholds) and shelf detection alerts (missing/misplaced). Auto-sent to managers.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895344"/>
            <a:ext cx="182880" cy="87782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895344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396849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6749"/>
                </a:solidFill>
              </a:rPr>
              <a:t>Role-Based Access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4261104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Four roles: Supervisor, Manager, Associate, Customer — each sees relevant pages and controls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822960"/>
            <a:ext cx="4041648" cy="1920240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828032" y="158191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Dashboard scan history 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(Figure 6 from poster)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2907792"/>
            <a:ext cx="4041648" cy="1975104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828032" y="369417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Inventory page with shelf status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(Figure 7 from poster)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&amp;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~45 sec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92024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1920240" cy="1828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7FA5"/>
                </a:solidFill>
              </a:rPr>
              <a:t>0.832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mAP@50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Detection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192024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804672"/>
            <a:ext cx="192024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9875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6749"/>
                </a:solidFill>
              </a:rPr>
              <a:t>0.918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50592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Low false positives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192024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804672"/>
            <a:ext cx="1920240" cy="18288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9875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3748"/>
                </a:solidFill>
              </a:rPr>
              <a:t>0.855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26864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Recall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6864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Products found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804672"/>
            <a:ext cx="192024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804672"/>
            <a:ext cx="1920240" cy="182880"/>
          </a:xfrm>
          <a:prstGeom prst="rect">
            <a:avLst/>
          </a:prstGeom>
          <a:solidFill>
            <a:srgbClr val="8C4A4A"/>
          </a:solidFill>
          <a:ln w="12700">
            <a:solidFill>
              <a:srgbClr val="8C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9875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C4A4A"/>
                </a:solidFill>
              </a:rPr>
              <a:t>0.882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803136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F1 Score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3136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Balanced accuracy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395728"/>
            <a:ext cx="41605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395728"/>
            <a:ext cx="4160520" cy="25603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3957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WHAT WORKED WELL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272491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YOLO reliably located product bounding boxes and larger empty shelf gaps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Qwen2-VL successfully extracted SKU details from cropped product images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Planogram matching correctly classified slot status for clearly visible products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Full pipeline runs end-to-end: upload → detect → classify → dashboard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395728"/>
            <a:ext cx="4206240" cy="2487168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663440" y="343814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🖼  Insert: Screenshot of failure case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(Figure 9 — occlusion / partial visibility)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Lessons Learned &amp;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~1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01168" cy="89611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804672"/>
            <a:ext cx="83941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87782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5"/>
                </a:solidFill>
              </a:rPr>
              <a:t>Empty spaces are easier to detect than missing 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8083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A gap is visually obvious. But knowing which specific product is absent requires the planogram — detection alone isn't enough.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201168" cy="896112"/>
          </a:xfrm>
          <a:prstGeom prst="rect">
            <a:avLst/>
          </a:prstGeom>
          <a:solidFill>
            <a:srgbClr val="8C4A4A"/>
          </a:solidFill>
          <a:ln w="12700">
            <a:solidFill>
              <a:srgbClr val="8C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847088"/>
            <a:ext cx="83941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192024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A4A"/>
                </a:solidFill>
              </a:rPr>
              <a:t>Product recognition degrades significantly with occlusion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31136"/>
            <a:ext cx="8083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Boxes that are angled, partially blocked, or visually similar to neighbors confuse both YOLO and Qwen. Real shelves are messy.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201168" cy="89611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889504"/>
            <a:ext cx="83941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962656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610A"/>
                </a:solidFill>
              </a:rPr>
              <a:t>We had no cereal-specific training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73552"/>
            <a:ext cx="8083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SKU-110K is generic retail. We built an OCR + Qwen labeling workaround, but a domain-specific dataset would improve accuracy substantially.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201168" cy="89611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931920"/>
            <a:ext cx="83941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00507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Planogram-first design makes everything easier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8083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Receiving the planogram late meant retrofitting the entire data model. Building ProductLocations from the start would have saved significant rework.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solidFill>
            <a:srgbClr val="EDF2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919472"/>
            <a:ext cx="8284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These lessons directly shaped our design decisions and will guide the next phase of development.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AFC8"/>
                </a:solidFill>
              </a:rPr>
              <a:t>~30 sec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25603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274320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13385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5"/>
                </a:solidFill>
              </a:rPr>
              <a:t>Cereal-Specific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Build a properly labeled dataset to replace the OCR + Qwen workaround and improve per-SKU identification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74320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822960"/>
            <a:ext cx="274320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13385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GPU-Accelerated Inference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1572768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Move YOLO + Qwen to AWS EC2 with CUDA. Deploy guide already written (ARC_GPU_DEPLOY.md).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22960"/>
            <a:ext cx="2743200" cy="25603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822960"/>
            <a:ext cx="274320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44768" y="113385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More Aisles &amp; Planograms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1572768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Extend beyond the cereal aisle. Intake planograms for all MCCS store sections.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89504"/>
            <a:ext cx="2743200" cy="25603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320040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610A"/>
                </a:solidFill>
              </a:rPr>
              <a:t>Human-Review Flags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639312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Flag low-confidence detections for manual review before triggering alerts or reorders.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2889504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889504"/>
            <a:ext cx="2743200" cy="256032"/>
          </a:xfrm>
          <a:prstGeom prst="rect">
            <a:avLst/>
          </a:prstGeom>
          <a:solidFill>
            <a:srgbClr val="8C4A4A"/>
          </a:solidFill>
          <a:ln w="12700">
            <a:solidFill>
              <a:srgbClr val="8C4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20040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A4A"/>
                </a:solidFill>
              </a:rPr>
              <a:t>Real-Time Camera Feed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64408" y="3639312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Replace manual upload with a continuous shelf camera — automatic scan on schedule.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889504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889504"/>
            <a:ext cx="2743200" cy="25603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44768" y="320040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</a:rPr>
              <a:t>Autonomous Reordering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44768" y="3639312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ML pipeline for quantity prediction — automatically create reorders when stock falls below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64592" cy="16459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607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FA5"/>
                </a:solidFill>
              </a:rPr>
              <a:t>A working automated shelf auditing prototype for MCCS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64592" cy="164592"/>
          </a:xfrm>
          <a:prstGeom prst="rect">
            <a:avLst/>
          </a:prstGeom>
          <a:solidFill>
            <a:srgbClr val="8AAFC8"/>
          </a:solidFill>
          <a:ln w="12700">
            <a:solidFill>
              <a:srgbClr val="8AA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FC8"/>
                </a:solidFill>
              </a:rPr>
              <a:t>YOLO + Qwen2-VL pipeline: products detected, SKUs identified, gaps flagged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64592" cy="164592"/>
          </a:xfrm>
          <a:prstGeom prst="rect">
            <a:avLst/>
          </a:prstGeom>
          <a:solidFill>
            <a:srgbClr val="8AAFC8"/>
          </a:solidFill>
          <a:ln w="12700">
            <a:solidFill>
              <a:srgbClr val="8AA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019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FC8"/>
                </a:solidFill>
              </a:rPr>
              <a:t>Planogram compliance: 43 cereal slots, per-slot status, compliance scores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164592" cy="164592"/>
          </a:xfrm>
          <a:prstGeom prst="rect">
            <a:avLst/>
          </a:prstGeom>
          <a:solidFill>
            <a:srgbClr val="8AAFC8"/>
          </a:solidFill>
          <a:ln w="12700">
            <a:solidFill>
              <a:srgbClr val="8AA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22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FC8"/>
                </a:solidFill>
              </a:rPr>
              <a:t>Full-stack platform: React dashboard, Flask API, PostgreSQL, Docker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164592" cy="164592"/>
          </a:xfrm>
          <a:prstGeom prst="rect">
            <a:avLst/>
          </a:prstGeom>
          <a:solidFill>
            <a:srgbClr val="8AAFC8"/>
          </a:solidFill>
          <a:ln w="12700">
            <a:solidFill>
              <a:srgbClr val="8AA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432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FC8"/>
                </a:solidFill>
              </a:rPr>
              <a:t>Role-based access for MCCS staff from associates to supervisors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7772400" cy="2743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0156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  —  Questions?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A8A"/>
                </a:solidFill>
              </a:rPr>
              <a:t>Stuti Shah  ·  Yoonje Lee  ·  Gustave Miller  ·  Albert Wang  ·  Kushal Chhetri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070"/>
                </a:solidFill>
              </a:rPr>
              <a:t>Advisor: Dr. Mengistu  ·  Industry Sponsor: Andre Vieira, MCCS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Shelf Auditing: Automated Out-of-Stock Detection for MCCS</dc:title>
  <dc:subject>PptxGenJS Presentation</dc:subject>
  <dc:creator>PptxGenJS</dc:creator>
  <cp:lastModifiedBy>PptxGenJS</cp:lastModifiedBy>
  <cp:revision>1</cp:revision>
  <dcterms:created xsi:type="dcterms:W3CDTF">2026-05-06T19:19:34Z</dcterms:created>
  <dcterms:modified xsi:type="dcterms:W3CDTF">2026-05-06T19:19:34Z</dcterms:modified>
</cp:coreProperties>
</file>